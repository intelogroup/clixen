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{{company_name}}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{{tagline}}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{{problem}}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{{solution}}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